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640" r:id="rId2"/>
    <p:sldId id="3697" r:id="rId3"/>
    <p:sldId id="3700" r:id="rId4"/>
    <p:sldId id="3701" r:id="rId5"/>
    <p:sldId id="3702" r:id="rId6"/>
    <p:sldId id="3706" r:id="rId7"/>
    <p:sldId id="364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862D0-5012-48A9-A59D-4BCE70ED835A}" v="55" dt="2026-08-17T19:13:47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6327"/>
  </p:normalViewPr>
  <p:slideViewPr>
    <p:cSldViewPr snapToGrid="0" snapToObjects="1">
      <p:cViewPr>
        <p:scale>
          <a:sx n="65" d="100"/>
          <a:sy n="65" d="100"/>
        </p:scale>
        <p:origin x="403" y="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stha Jaiswal" userId="992e5f03322ab55e" providerId="LiveId" clId="{0D5CB7E1-015B-48E3-A551-6B906A42D068}"/>
    <pc:docChg chg="undo custSel delSld modSld">
      <pc:chgData name="Aastha Jaiswal" userId="992e5f03322ab55e" providerId="LiveId" clId="{0D5CB7E1-015B-48E3-A551-6B906A42D068}" dt="2026-08-17T19:13:53.083" v="1012" actId="20577"/>
      <pc:docMkLst>
        <pc:docMk/>
      </pc:docMkLst>
      <pc:sldChg chg="addSp delSp modSp mod">
        <pc:chgData name="Aastha Jaiswal" userId="992e5f03322ab55e" providerId="LiveId" clId="{0D5CB7E1-015B-48E3-A551-6B906A42D068}" dt="2026-08-17T19:13:53.083" v="1012" actId="20577"/>
        <pc:sldMkLst>
          <pc:docMk/>
          <pc:sldMk cId="1627799822" sldId="3640"/>
        </pc:sldMkLst>
        <pc:spChg chg="mod">
          <ac:chgData name="Aastha Jaiswal" userId="992e5f03322ab55e" providerId="LiveId" clId="{0D5CB7E1-015B-48E3-A551-6B906A42D068}" dt="2026-08-17T16:58:04.611" v="101" actId="122"/>
          <ac:spMkLst>
            <pc:docMk/>
            <pc:sldMk cId="1627799822" sldId="3640"/>
            <ac:spMk id="2" creationId="{00000000-0000-0000-0000-000000000000}"/>
          </ac:spMkLst>
        </pc:spChg>
        <pc:spChg chg="mod">
          <ac:chgData name="Aastha Jaiswal" userId="992e5f03322ab55e" providerId="LiveId" clId="{0D5CB7E1-015B-48E3-A551-6B906A42D068}" dt="2026-08-17T16:58:38.931" v="168" actId="20577"/>
          <ac:spMkLst>
            <pc:docMk/>
            <pc:sldMk cId="1627799822" sldId="3640"/>
            <ac:spMk id="4" creationId="{00000000-0000-0000-0000-000000000000}"/>
          </ac:spMkLst>
        </pc:spChg>
        <pc:spChg chg="mod">
          <ac:chgData name="Aastha Jaiswal" userId="992e5f03322ab55e" providerId="LiveId" clId="{0D5CB7E1-015B-48E3-A551-6B906A42D068}" dt="2026-08-17T19:13:53.083" v="1012" actId="20577"/>
          <ac:spMkLst>
            <pc:docMk/>
            <pc:sldMk cId="1627799822" sldId="3640"/>
            <ac:spMk id="6" creationId="{00000000-0000-0000-0000-000000000000}"/>
          </ac:spMkLst>
        </pc:spChg>
        <pc:spChg chg="add del mod">
          <ac:chgData name="Aastha Jaiswal" userId="992e5f03322ab55e" providerId="LiveId" clId="{0D5CB7E1-015B-48E3-A551-6B906A42D068}" dt="2026-08-17T16:58:40.228" v="170"/>
          <ac:spMkLst>
            <pc:docMk/>
            <pc:sldMk cId="1627799822" sldId="3640"/>
            <ac:spMk id="7" creationId="{7E41A4E3-F02A-8961-33BC-7ACA30C3A097}"/>
          </ac:spMkLst>
        </pc:spChg>
        <pc:spChg chg="mod">
          <ac:chgData name="Aastha Jaiswal" userId="992e5f03322ab55e" providerId="LiveId" clId="{0D5CB7E1-015B-48E3-A551-6B906A42D068}" dt="2026-08-17T16:57:52.388" v="92" actId="20577"/>
          <ac:spMkLst>
            <pc:docMk/>
            <pc:sldMk cId="1627799822" sldId="3640"/>
            <ac:spMk id="9" creationId="{00000000-0000-0000-0000-000000000000}"/>
          </ac:spMkLst>
        </pc:spChg>
      </pc:sldChg>
      <pc:sldChg chg="del">
        <pc:chgData name="Aastha Jaiswal" userId="992e5f03322ab55e" providerId="LiveId" clId="{0D5CB7E1-015B-48E3-A551-6B906A42D068}" dt="2026-08-17T18:55:05.753" v="997" actId="2696"/>
        <pc:sldMkLst>
          <pc:docMk/>
          <pc:sldMk cId="3879729395" sldId="3694"/>
        </pc:sldMkLst>
      </pc:sldChg>
      <pc:sldChg chg="modSp mod">
        <pc:chgData name="Aastha Jaiswal" userId="992e5f03322ab55e" providerId="LiveId" clId="{0D5CB7E1-015B-48E3-A551-6B906A42D068}" dt="2026-08-17T17:29:01.026" v="360" actId="1076"/>
        <pc:sldMkLst>
          <pc:docMk/>
          <pc:sldMk cId="480493988" sldId="3697"/>
        </pc:sldMkLst>
        <pc:spChg chg="mod">
          <ac:chgData name="Aastha Jaiswal" userId="992e5f03322ab55e" providerId="LiveId" clId="{0D5CB7E1-015B-48E3-A551-6B906A42D068}" dt="2026-08-17T17:29:01.026" v="360" actId="1076"/>
          <ac:spMkLst>
            <pc:docMk/>
            <pc:sldMk cId="480493988" sldId="3697"/>
            <ac:spMk id="2" creationId="{B2EC635B-D8A3-4A72-8304-20FFBA5D21A3}"/>
          </ac:spMkLst>
        </pc:spChg>
        <pc:spChg chg="mod">
          <ac:chgData name="Aastha Jaiswal" userId="992e5f03322ab55e" providerId="LiveId" clId="{0D5CB7E1-015B-48E3-A551-6B906A42D068}" dt="2026-08-17T17:28:57.519" v="359" actId="1076"/>
          <ac:spMkLst>
            <pc:docMk/>
            <pc:sldMk cId="480493988" sldId="3697"/>
            <ac:spMk id="3" creationId="{66168532-D141-4AB0-BD29-1663F2877B3E}"/>
          </ac:spMkLst>
        </pc:spChg>
      </pc:sldChg>
      <pc:sldChg chg="addSp delSp modSp mod">
        <pc:chgData name="Aastha Jaiswal" userId="992e5f03322ab55e" providerId="LiveId" clId="{0D5CB7E1-015B-48E3-A551-6B906A42D068}" dt="2026-08-17T17:41:42.349" v="374" actId="14734"/>
        <pc:sldMkLst>
          <pc:docMk/>
          <pc:sldMk cId="2507963610" sldId="3700"/>
        </pc:sldMkLst>
        <pc:spChg chg="mod">
          <ac:chgData name="Aastha Jaiswal" userId="992e5f03322ab55e" providerId="LiveId" clId="{0D5CB7E1-015B-48E3-A551-6B906A42D068}" dt="2026-08-17T17:18:16.663" v="280" actId="1076"/>
          <ac:spMkLst>
            <pc:docMk/>
            <pc:sldMk cId="2507963610" sldId="3700"/>
            <ac:spMk id="2" creationId="{B2EC635B-D8A3-4A72-8304-20FFBA5D21A3}"/>
          </ac:spMkLst>
        </pc:spChg>
        <pc:spChg chg="del mod">
          <ac:chgData name="Aastha Jaiswal" userId="992e5f03322ab55e" providerId="LiveId" clId="{0D5CB7E1-015B-48E3-A551-6B906A42D068}" dt="2026-08-17T17:11:50.084" v="184"/>
          <ac:spMkLst>
            <pc:docMk/>
            <pc:sldMk cId="2507963610" sldId="3700"/>
            <ac:spMk id="3" creationId="{66168532-D141-4AB0-BD29-1663F2877B3E}"/>
          </ac:spMkLst>
        </pc:spChg>
        <pc:graphicFrameChg chg="add mod modGraphic">
          <ac:chgData name="Aastha Jaiswal" userId="992e5f03322ab55e" providerId="LiveId" clId="{0D5CB7E1-015B-48E3-A551-6B906A42D068}" dt="2026-08-17T17:41:42.349" v="374" actId="14734"/>
          <ac:graphicFrameMkLst>
            <pc:docMk/>
            <pc:sldMk cId="2507963610" sldId="3700"/>
            <ac:graphicFrameMk id="4" creationId="{3EA2008D-6D5C-0027-6973-0838DA20B5E5}"/>
          </ac:graphicFrameMkLst>
        </pc:graphicFrameChg>
      </pc:sldChg>
      <pc:sldChg chg="modSp mod">
        <pc:chgData name="Aastha Jaiswal" userId="992e5f03322ab55e" providerId="LiveId" clId="{0D5CB7E1-015B-48E3-A551-6B906A42D068}" dt="2026-08-17T17:28:34.792" v="356" actId="1076"/>
        <pc:sldMkLst>
          <pc:docMk/>
          <pc:sldMk cId="2314005441" sldId="3701"/>
        </pc:sldMkLst>
        <pc:spChg chg="mod">
          <ac:chgData name="Aastha Jaiswal" userId="992e5f03322ab55e" providerId="LiveId" clId="{0D5CB7E1-015B-48E3-A551-6B906A42D068}" dt="2026-08-17T17:28:15.083" v="348" actId="1076"/>
          <ac:spMkLst>
            <pc:docMk/>
            <pc:sldMk cId="2314005441" sldId="3701"/>
            <ac:spMk id="2" creationId="{B2EC635B-D8A3-4A72-8304-20FFBA5D21A3}"/>
          </ac:spMkLst>
        </pc:spChg>
        <pc:spChg chg="mod">
          <ac:chgData name="Aastha Jaiswal" userId="992e5f03322ab55e" providerId="LiveId" clId="{0D5CB7E1-015B-48E3-A551-6B906A42D068}" dt="2026-08-17T17:28:34.792" v="356" actId="1076"/>
          <ac:spMkLst>
            <pc:docMk/>
            <pc:sldMk cId="2314005441" sldId="3701"/>
            <ac:spMk id="3" creationId="{66168532-D141-4AB0-BD29-1663F2877B3E}"/>
          </ac:spMkLst>
        </pc:spChg>
      </pc:sldChg>
      <pc:sldChg chg="addSp delSp modSp mod">
        <pc:chgData name="Aastha Jaiswal" userId="992e5f03322ab55e" providerId="LiveId" clId="{0D5CB7E1-015B-48E3-A551-6B906A42D068}" dt="2026-08-17T18:52:52.603" v="991" actId="1076"/>
        <pc:sldMkLst>
          <pc:docMk/>
          <pc:sldMk cId="579667511" sldId="3702"/>
        </pc:sldMkLst>
        <pc:spChg chg="mod">
          <ac:chgData name="Aastha Jaiswal" userId="992e5f03322ab55e" providerId="LiveId" clId="{0D5CB7E1-015B-48E3-A551-6B906A42D068}" dt="2026-08-17T18:35:43.068" v="461" actId="1076"/>
          <ac:spMkLst>
            <pc:docMk/>
            <pc:sldMk cId="579667511" sldId="3702"/>
            <ac:spMk id="2" creationId="{B2EC635B-D8A3-4A72-8304-20FFBA5D21A3}"/>
          </ac:spMkLst>
        </pc:spChg>
        <pc:spChg chg="del mod">
          <ac:chgData name="Aastha Jaiswal" userId="992e5f03322ab55e" providerId="LiveId" clId="{0D5CB7E1-015B-48E3-A551-6B906A42D068}" dt="2026-08-17T18:40:00.530" v="485" actId="21"/>
          <ac:spMkLst>
            <pc:docMk/>
            <pc:sldMk cId="579667511" sldId="3702"/>
            <ac:spMk id="3" creationId="{66168532-D141-4AB0-BD29-1663F2877B3E}"/>
          </ac:spMkLst>
        </pc:spChg>
        <pc:spChg chg="add mod">
          <ac:chgData name="Aastha Jaiswal" userId="992e5f03322ab55e" providerId="LiveId" clId="{0D5CB7E1-015B-48E3-A551-6B906A42D068}" dt="2026-08-17T18:50:58.565" v="981" actId="1076"/>
          <ac:spMkLst>
            <pc:docMk/>
            <pc:sldMk cId="579667511" sldId="3702"/>
            <ac:spMk id="29" creationId="{88213343-6B47-74A0-0C64-3262C290E327}"/>
          </ac:spMkLst>
        </pc:spChg>
        <pc:graphicFrameChg chg="add mod">
          <ac:chgData name="Aastha Jaiswal" userId="992e5f03322ab55e" providerId="LiveId" clId="{0D5CB7E1-015B-48E3-A551-6B906A42D068}" dt="2026-08-17T18:39:04.898" v="468"/>
          <ac:graphicFrameMkLst>
            <pc:docMk/>
            <pc:sldMk cId="579667511" sldId="3702"/>
            <ac:graphicFrameMk id="8" creationId="{346F8614-1F22-995B-9DB9-4DED5FCB90C2}"/>
          </ac:graphicFrameMkLst>
        </pc:graphicFrameChg>
        <pc:graphicFrameChg chg="add mod">
          <ac:chgData name="Aastha Jaiswal" userId="992e5f03322ab55e" providerId="LiveId" clId="{0D5CB7E1-015B-48E3-A551-6B906A42D068}" dt="2026-08-17T18:39:04.898" v="468"/>
          <ac:graphicFrameMkLst>
            <pc:docMk/>
            <pc:sldMk cId="579667511" sldId="3702"/>
            <ac:graphicFrameMk id="9" creationId="{E8616CA9-E429-1E9E-5D83-8920BE7E1442}"/>
          </ac:graphicFrameMkLst>
        </pc:graphicFrameChg>
        <pc:graphicFrameChg chg="add mod">
          <ac:chgData name="Aastha Jaiswal" userId="992e5f03322ab55e" providerId="LiveId" clId="{0D5CB7E1-015B-48E3-A551-6B906A42D068}" dt="2026-08-17T18:39:04.898" v="468"/>
          <ac:graphicFrameMkLst>
            <pc:docMk/>
            <pc:sldMk cId="579667511" sldId="3702"/>
            <ac:graphicFrameMk id="10" creationId="{93BE4EBB-7752-15BF-C147-7433B84198C1}"/>
          </ac:graphicFrameMkLst>
        </pc:graphicFrameChg>
        <pc:graphicFrameChg chg="add mod">
          <ac:chgData name="Aastha Jaiswal" userId="992e5f03322ab55e" providerId="LiveId" clId="{0D5CB7E1-015B-48E3-A551-6B906A42D068}" dt="2026-08-17T18:39:04.898" v="468"/>
          <ac:graphicFrameMkLst>
            <pc:docMk/>
            <pc:sldMk cId="579667511" sldId="3702"/>
            <ac:graphicFrameMk id="11" creationId="{A9DA9BD2-B319-91D6-573D-32CB01A119DF}"/>
          </ac:graphicFrameMkLst>
        </pc:graphicFrameChg>
        <pc:graphicFrameChg chg="add mod">
          <ac:chgData name="Aastha Jaiswal" userId="992e5f03322ab55e" providerId="LiveId" clId="{0D5CB7E1-015B-48E3-A551-6B906A42D068}" dt="2026-08-17T18:39:04.898" v="468"/>
          <ac:graphicFrameMkLst>
            <pc:docMk/>
            <pc:sldMk cId="579667511" sldId="3702"/>
            <ac:graphicFrameMk id="12" creationId="{8C086551-5F34-0866-BA92-474394161ABE}"/>
          </ac:graphicFrameMkLst>
        </pc:graphicFrameChg>
        <pc:graphicFrameChg chg="add mod">
          <ac:chgData name="Aastha Jaiswal" userId="992e5f03322ab55e" providerId="LiveId" clId="{0D5CB7E1-015B-48E3-A551-6B906A42D068}" dt="2026-08-17T18:39:04.898" v="468"/>
          <ac:graphicFrameMkLst>
            <pc:docMk/>
            <pc:sldMk cId="579667511" sldId="3702"/>
            <ac:graphicFrameMk id="13" creationId="{5A8352C5-A798-5FD7-B543-65D27A4E5D14}"/>
          </ac:graphicFrameMkLst>
        </pc:graphicFrameChg>
        <pc:graphicFrameChg chg="add mod">
          <ac:chgData name="Aastha Jaiswal" userId="992e5f03322ab55e" providerId="LiveId" clId="{0D5CB7E1-015B-48E3-A551-6B906A42D068}" dt="2026-08-17T18:39:04.898" v="468"/>
          <ac:graphicFrameMkLst>
            <pc:docMk/>
            <pc:sldMk cId="579667511" sldId="3702"/>
            <ac:graphicFrameMk id="14" creationId="{650EB625-7680-3954-1ABD-8B0AE3980CBB}"/>
          </ac:graphicFrameMkLst>
        </pc:graphicFrameChg>
        <pc:graphicFrameChg chg="add mod">
          <ac:chgData name="Aastha Jaiswal" userId="992e5f03322ab55e" providerId="LiveId" clId="{0D5CB7E1-015B-48E3-A551-6B906A42D068}" dt="2026-08-17T18:39:04.898" v="468"/>
          <ac:graphicFrameMkLst>
            <pc:docMk/>
            <pc:sldMk cId="579667511" sldId="3702"/>
            <ac:graphicFrameMk id="15" creationId="{B395AAE8-DCF1-E7C3-9C3F-7B285638CEF6}"/>
          </ac:graphicFrameMkLst>
        </pc:graphicFrameChg>
        <pc:graphicFrameChg chg="add mod">
          <ac:chgData name="Aastha Jaiswal" userId="992e5f03322ab55e" providerId="LiveId" clId="{0D5CB7E1-015B-48E3-A551-6B906A42D068}" dt="2026-08-17T18:39:04.898" v="468"/>
          <ac:graphicFrameMkLst>
            <pc:docMk/>
            <pc:sldMk cId="579667511" sldId="3702"/>
            <ac:graphicFrameMk id="16" creationId="{2E384DD6-EB01-B44E-07C6-4B956C5CDBAF}"/>
          </ac:graphicFrameMkLst>
        </pc:graphicFrameChg>
        <pc:graphicFrameChg chg="add mod modGraphic">
          <ac:chgData name="Aastha Jaiswal" userId="992e5f03322ab55e" providerId="LiveId" clId="{0D5CB7E1-015B-48E3-A551-6B906A42D068}" dt="2026-08-17T18:39:19.167" v="474" actId="14100"/>
          <ac:graphicFrameMkLst>
            <pc:docMk/>
            <pc:sldMk cId="579667511" sldId="3702"/>
            <ac:graphicFrameMk id="17" creationId="{0A27CEFB-1273-E8F1-42CC-69799B24B3D9}"/>
          </ac:graphicFrameMkLst>
        </pc:graphicFrameChg>
        <pc:graphicFrameChg chg="add mod">
          <ac:chgData name="Aastha Jaiswal" userId="992e5f03322ab55e" providerId="LiveId" clId="{0D5CB7E1-015B-48E3-A551-6B906A42D068}" dt="2026-08-17T18:39:22.370" v="475"/>
          <ac:graphicFrameMkLst>
            <pc:docMk/>
            <pc:sldMk cId="579667511" sldId="3702"/>
            <ac:graphicFrameMk id="18" creationId="{20640146-CF97-C276-4DE9-980FCD0F3B4F}"/>
          </ac:graphicFrameMkLst>
        </pc:graphicFrameChg>
        <pc:graphicFrameChg chg="add mod">
          <ac:chgData name="Aastha Jaiswal" userId="992e5f03322ab55e" providerId="LiveId" clId="{0D5CB7E1-015B-48E3-A551-6B906A42D068}" dt="2026-08-17T18:39:22.370" v="475"/>
          <ac:graphicFrameMkLst>
            <pc:docMk/>
            <pc:sldMk cId="579667511" sldId="3702"/>
            <ac:graphicFrameMk id="19" creationId="{4C89FB6B-5C52-9440-0908-34E963E8A82B}"/>
          </ac:graphicFrameMkLst>
        </pc:graphicFrameChg>
        <pc:graphicFrameChg chg="add mod">
          <ac:chgData name="Aastha Jaiswal" userId="992e5f03322ab55e" providerId="LiveId" clId="{0D5CB7E1-015B-48E3-A551-6B906A42D068}" dt="2026-08-17T18:39:22.370" v="475"/>
          <ac:graphicFrameMkLst>
            <pc:docMk/>
            <pc:sldMk cId="579667511" sldId="3702"/>
            <ac:graphicFrameMk id="20" creationId="{92079DC3-22A6-3F2A-4F45-36D791370C80}"/>
          </ac:graphicFrameMkLst>
        </pc:graphicFrameChg>
        <pc:graphicFrameChg chg="add mod">
          <ac:chgData name="Aastha Jaiswal" userId="992e5f03322ab55e" providerId="LiveId" clId="{0D5CB7E1-015B-48E3-A551-6B906A42D068}" dt="2026-08-17T18:39:22.370" v="475"/>
          <ac:graphicFrameMkLst>
            <pc:docMk/>
            <pc:sldMk cId="579667511" sldId="3702"/>
            <ac:graphicFrameMk id="21" creationId="{FD55B455-85C9-636A-8D10-B2BFE8336A57}"/>
          </ac:graphicFrameMkLst>
        </pc:graphicFrameChg>
        <pc:graphicFrameChg chg="add mod">
          <ac:chgData name="Aastha Jaiswal" userId="992e5f03322ab55e" providerId="LiveId" clId="{0D5CB7E1-015B-48E3-A551-6B906A42D068}" dt="2026-08-17T18:39:22.370" v="475"/>
          <ac:graphicFrameMkLst>
            <pc:docMk/>
            <pc:sldMk cId="579667511" sldId="3702"/>
            <ac:graphicFrameMk id="22" creationId="{C24E5420-8385-2133-A5B7-AC38CF4729A5}"/>
          </ac:graphicFrameMkLst>
        </pc:graphicFrameChg>
        <pc:graphicFrameChg chg="add mod">
          <ac:chgData name="Aastha Jaiswal" userId="992e5f03322ab55e" providerId="LiveId" clId="{0D5CB7E1-015B-48E3-A551-6B906A42D068}" dt="2026-08-17T18:39:22.370" v="475"/>
          <ac:graphicFrameMkLst>
            <pc:docMk/>
            <pc:sldMk cId="579667511" sldId="3702"/>
            <ac:graphicFrameMk id="23" creationId="{A70523A8-A6EF-8123-F28A-052D2DF75AF8}"/>
          </ac:graphicFrameMkLst>
        </pc:graphicFrameChg>
        <pc:graphicFrameChg chg="add mod">
          <ac:chgData name="Aastha Jaiswal" userId="992e5f03322ab55e" providerId="LiveId" clId="{0D5CB7E1-015B-48E3-A551-6B906A42D068}" dt="2026-08-17T18:39:22.370" v="475"/>
          <ac:graphicFrameMkLst>
            <pc:docMk/>
            <pc:sldMk cId="579667511" sldId="3702"/>
            <ac:graphicFrameMk id="24" creationId="{5C31B983-6440-54D9-CB13-484F7C76DC46}"/>
          </ac:graphicFrameMkLst>
        </pc:graphicFrameChg>
        <pc:graphicFrameChg chg="add mod">
          <ac:chgData name="Aastha Jaiswal" userId="992e5f03322ab55e" providerId="LiveId" clId="{0D5CB7E1-015B-48E3-A551-6B906A42D068}" dt="2026-08-17T18:39:22.370" v="475"/>
          <ac:graphicFrameMkLst>
            <pc:docMk/>
            <pc:sldMk cId="579667511" sldId="3702"/>
            <ac:graphicFrameMk id="25" creationId="{82693C43-07BA-814A-49D9-31D0212FCE96}"/>
          </ac:graphicFrameMkLst>
        </pc:graphicFrameChg>
        <pc:graphicFrameChg chg="add mod">
          <ac:chgData name="Aastha Jaiswal" userId="992e5f03322ab55e" providerId="LiveId" clId="{0D5CB7E1-015B-48E3-A551-6B906A42D068}" dt="2026-08-17T18:39:22.370" v="475"/>
          <ac:graphicFrameMkLst>
            <pc:docMk/>
            <pc:sldMk cId="579667511" sldId="3702"/>
            <ac:graphicFrameMk id="26" creationId="{C2AD19F5-30EB-AF3B-DE8E-2B4D9F208EC9}"/>
          </ac:graphicFrameMkLst>
        </pc:graphicFrameChg>
        <pc:graphicFrameChg chg="add mod modGraphic">
          <ac:chgData name="Aastha Jaiswal" userId="992e5f03322ab55e" providerId="LiveId" clId="{0D5CB7E1-015B-48E3-A551-6B906A42D068}" dt="2026-08-17T18:39:46.324" v="483" actId="12385"/>
          <ac:graphicFrameMkLst>
            <pc:docMk/>
            <pc:sldMk cId="579667511" sldId="3702"/>
            <ac:graphicFrameMk id="27" creationId="{9CE93C6B-A563-22B8-7FFA-2371DB31C1A4}"/>
          </ac:graphicFrameMkLst>
        </pc:graphicFrameChg>
        <pc:picChg chg="add del">
          <ac:chgData name="Aastha Jaiswal" userId="992e5f03322ab55e" providerId="LiveId" clId="{0D5CB7E1-015B-48E3-A551-6B906A42D068}" dt="2026-08-17T18:33:32.575" v="442" actId="478"/>
          <ac:picMkLst>
            <pc:docMk/>
            <pc:sldMk cId="579667511" sldId="3702"/>
            <ac:picMk id="5" creationId="{894EE37E-BB13-1180-19B1-A62FD2FAD8AE}"/>
          </ac:picMkLst>
        </pc:picChg>
        <pc:picChg chg="add mod">
          <ac:chgData name="Aastha Jaiswal" userId="992e5f03322ab55e" providerId="LiveId" clId="{0D5CB7E1-015B-48E3-A551-6B906A42D068}" dt="2026-08-17T18:50:51.425" v="980" actId="1076"/>
          <ac:picMkLst>
            <pc:docMk/>
            <pc:sldMk cId="579667511" sldId="3702"/>
            <ac:picMk id="7" creationId="{AF4F4386-64D1-486C-42A5-AD0ED96534D3}"/>
          </ac:picMkLst>
        </pc:picChg>
        <pc:picChg chg="add mod">
          <ac:chgData name="Aastha Jaiswal" userId="992e5f03322ab55e" providerId="LiveId" clId="{0D5CB7E1-015B-48E3-A551-6B906A42D068}" dt="2026-08-17T18:52:52.603" v="991" actId="1076"/>
          <ac:picMkLst>
            <pc:docMk/>
            <pc:sldMk cId="579667511" sldId="3702"/>
            <ac:picMk id="31" creationId="{85B7E9BB-FE08-54F3-1BEF-41047DCBF981}"/>
          </ac:picMkLst>
        </pc:picChg>
      </pc:sldChg>
      <pc:sldChg chg="modSp mod">
        <pc:chgData name="Aastha Jaiswal" userId="992e5f03322ab55e" providerId="LiveId" clId="{0D5CB7E1-015B-48E3-A551-6B906A42D068}" dt="2026-08-17T18:53:48.997" v="996" actId="1076"/>
        <pc:sldMkLst>
          <pc:docMk/>
          <pc:sldMk cId="1359081233" sldId="3706"/>
        </pc:sldMkLst>
        <pc:spChg chg="mod">
          <ac:chgData name="Aastha Jaiswal" userId="992e5f03322ab55e" providerId="LiveId" clId="{0D5CB7E1-015B-48E3-A551-6B906A42D068}" dt="2026-08-17T18:15:38.468" v="439" actId="1076"/>
          <ac:spMkLst>
            <pc:docMk/>
            <pc:sldMk cId="1359081233" sldId="3706"/>
            <ac:spMk id="2" creationId="{B2EC635B-D8A3-4A72-8304-20FFBA5D21A3}"/>
          </ac:spMkLst>
        </pc:spChg>
        <pc:spChg chg="mod">
          <ac:chgData name="Aastha Jaiswal" userId="992e5f03322ab55e" providerId="LiveId" clId="{0D5CB7E1-015B-48E3-A551-6B906A42D068}" dt="2026-08-17T18:53:48.997" v="996" actId="1076"/>
          <ac:spMkLst>
            <pc:docMk/>
            <pc:sldMk cId="1359081233" sldId="3706"/>
            <ac:spMk id="3" creationId="{66168532-D141-4AB0-BD29-1663F2877B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5.16307" TargetMode="External"/><Relationship Id="rId7" Type="http://schemas.openxmlformats.org/officeDocument/2006/relationships/hyperlink" Target="https://www.sciencedirect.com/science/article/pii/S2949719126000038" TargetMode="External"/><Relationship Id="rId2" Type="http://schemas.openxmlformats.org/officeDocument/2006/relationships/hyperlink" Target="https://aclanthology.org/2022.lrec-1.475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5.04829" TargetMode="External"/><Relationship Id="rId5" Type="http://schemas.openxmlformats.org/officeDocument/2006/relationships/hyperlink" Target="https://arxiv.org/abs/2310.19596" TargetMode="External"/><Relationship Id="rId4" Type="http://schemas.openxmlformats.org/officeDocument/2006/relationships/hyperlink" Target="https://arxiv.org/abs/2303.16854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/>
              <a:t>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0999" y="2560320"/>
            <a:ext cx="9948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Language Annotation Tool with NER and ML Translation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3174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R2142230323 - Aastha Jaiswal</a:t>
            </a:r>
          </a:p>
          <a:p>
            <a:r>
              <a:rPr lang="en-IN" dirty="0"/>
              <a:t>R2142231569 - Muskan Mittal</a:t>
            </a:r>
          </a:p>
          <a:p>
            <a:r>
              <a:rPr lang="en-IN" dirty="0"/>
              <a:t>R2142230703 - Astha Gupta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2743" y="5003074"/>
            <a:ext cx="2717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Mentored By: </a:t>
            </a:r>
          </a:p>
          <a:p>
            <a:r>
              <a:rPr lang="en-IN" dirty="0"/>
              <a:t>Dr. Sumit Singh</a:t>
            </a:r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514887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440257" y="1305341"/>
            <a:ext cx="93114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Natural Language Processing (NLP)</a:t>
            </a:r>
            <a:r>
              <a:rPr lang="en-IN" dirty="0"/>
              <a:t> enables computers to understand, process and analyse human language.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proposed system is an </a:t>
            </a:r>
            <a:r>
              <a:rPr lang="en-IN" b="1" dirty="0"/>
              <a:t>AI-based multitask NLP tool</a:t>
            </a:r>
            <a:r>
              <a:rPr lang="en-IN" dirty="0"/>
              <a:t> designed to analyse textual content through three major tasks: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Named Entity Recognition (NER):</a:t>
            </a:r>
            <a:r>
              <a:rPr lang="en-IN" dirty="0"/>
              <a:t> Identifies entities such as people, locations, organizations, dates and other important information.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Question &amp; Answer Generation:</a:t>
            </a:r>
            <a:r>
              <a:rPr lang="en-IN" dirty="0"/>
              <a:t> Takes a paragraph as input and automatically generates relevant questions along with their answers.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Sentiment &amp; Mood Analysis:</a:t>
            </a:r>
            <a:r>
              <a:rPr lang="en-IN" dirty="0"/>
              <a:t> Analyses textual feedback and predicts a </a:t>
            </a:r>
            <a:r>
              <a:rPr lang="en-IN" b="1" dirty="0"/>
              <a:t>1–5 sentiment rating</a:t>
            </a:r>
            <a:r>
              <a:rPr lang="en-IN" dirty="0"/>
              <a:t> along with a mood/emotion-oriented category.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system aims to provide </a:t>
            </a:r>
            <a:r>
              <a:rPr lang="en-IN" b="1" dirty="0"/>
              <a:t>automated text understanding, educational content generation and opinion analysis</a:t>
            </a:r>
            <a:r>
              <a:rPr lang="en-IN" dirty="0"/>
              <a:t> through a single platform.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project focuses particularly on </a:t>
            </a:r>
            <a:r>
              <a:rPr lang="en-IN" b="1" dirty="0"/>
              <a:t>Indian-language NLP</a:t>
            </a:r>
            <a:r>
              <a:rPr lang="en-IN" dirty="0"/>
              <a:t>, where challenges such as limited resources, spelling variations and linguistic diversity make text processing more difficult. The </a:t>
            </a:r>
            <a:r>
              <a:rPr lang="en-IN" dirty="0" err="1"/>
              <a:t>HiNER</a:t>
            </a:r>
            <a:r>
              <a:rPr lang="en-IN" dirty="0"/>
              <a:t> study highlights these challenges for Hindi NER.</a:t>
            </a:r>
          </a:p>
        </p:txBody>
      </p:sp>
    </p:spTree>
    <p:extLst>
      <p:ext uri="{BB962C8B-B14F-4D97-AF65-F5344CB8AC3E}">
        <p14:creationId xmlns:p14="http://schemas.microsoft.com/office/powerpoint/2010/main" val="480493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231023" y="131395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A2008D-6D5C-0027-6973-0838DA20B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104717"/>
              </p:ext>
            </p:extLst>
          </p:nvPr>
        </p:nvGraphicFramePr>
        <p:xfrm>
          <a:off x="222738" y="716173"/>
          <a:ext cx="11787594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554">
                  <a:extLst>
                    <a:ext uri="{9D8B030D-6E8A-4147-A177-3AD203B41FA5}">
                      <a16:colId xmlns:a16="http://schemas.microsoft.com/office/drawing/2014/main" val="1121668254"/>
                    </a:ext>
                  </a:extLst>
                </a:gridCol>
                <a:gridCol w="902677">
                  <a:extLst>
                    <a:ext uri="{9D8B030D-6E8A-4147-A177-3AD203B41FA5}">
                      <a16:colId xmlns:a16="http://schemas.microsoft.com/office/drawing/2014/main" val="867711322"/>
                    </a:ext>
                  </a:extLst>
                </a:gridCol>
                <a:gridCol w="4278923">
                  <a:extLst>
                    <a:ext uri="{9D8B030D-6E8A-4147-A177-3AD203B41FA5}">
                      <a16:colId xmlns:a16="http://schemas.microsoft.com/office/drawing/2014/main" val="3918122792"/>
                    </a:ext>
                  </a:extLst>
                </a:gridCol>
                <a:gridCol w="3581440">
                  <a:extLst>
                    <a:ext uri="{9D8B030D-6E8A-4147-A177-3AD203B41FA5}">
                      <a16:colId xmlns:a16="http://schemas.microsoft.com/office/drawing/2014/main" val="2035128219"/>
                    </a:ext>
                  </a:extLst>
                </a:gridCol>
              </a:tblGrid>
              <a:tr h="322691">
                <a:tc>
                  <a:txBody>
                    <a:bodyPr/>
                    <a:lstStyle/>
                    <a:p>
                      <a:r>
                        <a:rPr lang="en-IN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804499"/>
                  </a:ext>
                </a:extLst>
              </a:tr>
              <a:tr h="758590">
                <a:tc>
                  <a:txBody>
                    <a:bodyPr/>
                    <a:lstStyle/>
                    <a:p>
                      <a:r>
                        <a:rPr lang="en-IN" sz="1600" dirty="0" err="1"/>
                        <a:t>HiNER</a:t>
                      </a:r>
                      <a:r>
                        <a:rPr lang="en-IN" sz="1600" dirty="0"/>
                        <a:t>: A Large Hindi Named Entity Recognition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Provides a large Hindi NER dataset and benchmarks transformer-based models for entity recognition.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2"/>
                        </a:rPr>
                        <a:t>https://aclanthology.org/2022.lrec-1.475/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374074"/>
                  </a:ext>
                </a:extLst>
              </a:tr>
              <a:tr h="878867">
                <a:tc>
                  <a:txBody>
                    <a:bodyPr/>
                    <a:lstStyle/>
                    <a:p>
                      <a:r>
                        <a:rPr lang="en-IN" sz="1600" dirty="0"/>
                        <a:t>Gala et al. – IndicTrans2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Developed multilingual translation models for all 22 scheduled Indian languages, supporting multilingual processing.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3"/>
                        </a:rPr>
                        <a:t>[2305.16307] IndicTrans2: Towards High-Quality and Accessible Machine Translation Models for all 22 Scheduled Indian Languages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486713"/>
                  </a:ext>
                </a:extLst>
              </a:tr>
              <a:tr h="806727">
                <a:tc>
                  <a:txBody>
                    <a:bodyPr/>
                    <a:lstStyle/>
                    <a:p>
                      <a:r>
                        <a:rPr lang="en-IN" sz="1600" dirty="0"/>
                        <a:t>He et al. – </a:t>
                      </a:r>
                      <a:r>
                        <a:rPr lang="en-IN" sz="1600" dirty="0" err="1"/>
                        <a:t>AnnoLLM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Proposed an LLM-based approach for automated data annotation, reducing dependence on manual annotation.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4"/>
                        </a:rPr>
                        <a:t>[2303.16854] </a:t>
                      </a:r>
                      <a:r>
                        <a:rPr lang="en-IN" sz="1600" dirty="0" err="1">
                          <a:hlinkClick r:id="rId4"/>
                        </a:rPr>
                        <a:t>AnnoLLM</a:t>
                      </a:r>
                      <a:r>
                        <a:rPr lang="en-IN" sz="1600" dirty="0">
                          <a:hlinkClick r:id="rId4"/>
                        </a:rPr>
                        <a:t>: Making Large Language Models to Be Better Crowdsourced Annotators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528082"/>
                  </a:ext>
                </a:extLst>
              </a:tr>
              <a:tr h="806727">
                <a:tc>
                  <a:txBody>
                    <a:bodyPr/>
                    <a:lstStyle/>
                    <a:p>
                      <a:r>
                        <a:rPr lang="en-IN" sz="1600" dirty="0"/>
                        <a:t>Zhang et al. – </a:t>
                      </a:r>
                      <a:r>
                        <a:rPr lang="en-IN" sz="1600" dirty="0" err="1"/>
                        <a:t>LLMaAA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Used LLMs as active annotators for NLP tasks such as NER, supporting human-in-the-loop annotation.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5"/>
                        </a:rPr>
                        <a:t>[2310.19596] </a:t>
                      </a:r>
                      <a:r>
                        <a:rPr lang="en-IN" sz="1600" dirty="0" err="1">
                          <a:hlinkClick r:id="rId5"/>
                        </a:rPr>
                        <a:t>LLMaAA</a:t>
                      </a:r>
                      <a:r>
                        <a:rPr lang="en-IN" sz="1600" dirty="0">
                          <a:hlinkClick r:id="rId5"/>
                        </a:rPr>
                        <a:t>: Making Large Language Models as Active Annotators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80586"/>
                  </a:ext>
                </a:extLst>
              </a:tr>
              <a:tr h="817433">
                <a:tc>
                  <a:txBody>
                    <a:bodyPr/>
                    <a:lstStyle/>
                    <a:p>
                      <a:r>
                        <a:rPr lang="en-IN" sz="1600" dirty="0" err="1"/>
                        <a:t>Bahad</a:t>
                      </a:r>
                      <a:r>
                        <a:rPr lang="en-IN" sz="1600" dirty="0"/>
                        <a:t> et al. – Fine-tuning NER Models for Indian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Investigated transformer fine-tuning for NER across Indian languages and demonstrated transfer-learning potential.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6"/>
                        </a:rPr>
                        <a:t>[2405.04829] Fine-tuning Pre-trained Named Entity Recognition Models For Indian Languages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338248"/>
                  </a:ext>
                </a:extLst>
              </a:tr>
              <a:tr h="1048745">
                <a:tc>
                  <a:txBody>
                    <a:bodyPr/>
                    <a:lstStyle/>
                    <a:p>
                      <a:r>
                        <a:rPr lang="en-IN" sz="1600" dirty="0"/>
                        <a:t>Recent Developments in NER for Indian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Provides a comprehensive review of NER techniques, datasets and challenges for Indian languages.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7"/>
                        </a:rPr>
                        <a:t>Recent developments in named entity recognition techniques for Indian languages: A comprehensive review - ScienceDirect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944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963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513497" y="670657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2330818" y="1536174"/>
            <a:ext cx="75303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Develop an NER module</a:t>
            </a:r>
            <a:r>
              <a:rPr lang="en-IN" sz="2000" dirty="0"/>
              <a:t> to identify and classify important entities such as Person, Location, Organization, Date, etc.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Develop a Question Generation module</a:t>
            </a:r>
            <a:r>
              <a:rPr lang="en-IN" sz="2000" dirty="0"/>
              <a:t> that generates relevant questions and answers from a given paragraph.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Develop a Sentiment Analysis module</a:t>
            </a:r>
            <a:r>
              <a:rPr lang="en-IN" sz="2000" dirty="0"/>
              <a:t> to predict a </a:t>
            </a:r>
            <a:r>
              <a:rPr lang="en-IN" sz="2000" b="1" dirty="0"/>
              <a:t>1–5 rating</a:t>
            </a:r>
            <a:r>
              <a:rPr lang="en-IN" sz="2000" dirty="0"/>
              <a:t> from textual input.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Analyse emotion/mood-oriented patterns</a:t>
            </a:r>
            <a:r>
              <a:rPr lang="en-IN" sz="2000" dirty="0"/>
              <a:t> associated with the predicted sentiment.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Integrate the three NLP modules</a:t>
            </a:r>
            <a:r>
              <a:rPr lang="en-IN" sz="2000" dirty="0"/>
              <a:t> into a single user-friendly AI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Evaluate model performance</a:t>
            </a:r>
            <a:r>
              <a:rPr lang="en-IN" sz="2000" dirty="0"/>
              <a:t> using appropriate NLP evaluation metrics for each task.</a:t>
            </a:r>
          </a:p>
        </p:txBody>
      </p:sp>
    </p:spTree>
    <p:extLst>
      <p:ext uri="{BB962C8B-B14F-4D97-AF65-F5344CB8AC3E}">
        <p14:creationId xmlns:p14="http://schemas.microsoft.com/office/powerpoint/2010/main" val="2314005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4F4386-64D1-486C-42A5-AD0ED9653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61" y="833401"/>
            <a:ext cx="11866073" cy="187092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8213343-6B47-74A0-0C64-3262C290E327}"/>
              </a:ext>
            </a:extLst>
          </p:cNvPr>
          <p:cNvSpPr txBox="1"/>
          <p:nvPr/>
        </p:nvSpPr>
        <p:spPr>
          <a:xfrm>
            <a:off x="325927" y="2485168"/>
            <a:ext cx="6764215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Phase                                       M1    |     M2  |  M3  |    M4  |   M5  |  M6</a:t>
            </a:r>
          </a:p>
          <a:p>
            <a:r>
              <a:rPr lang="en-IN" dirty="0"/>
              <a:t>----------------------------------------------------------------------------------------------</a:t>
            </a:r>
          </a:p>
          <a:p>
            <a:r>
              <a:rPr lang="en-IN" dirty="0"/>
              <a:t>Requirement Analysis            ██    </a:t>
            </a:r>
          </a:p>
          <a:p>
            <a:endParaRPr lang="en-IN" sz="800" dirty="0"/>
          </a:p>
          <a:p>
            <a:r>
              <a:rPr lang="en-IN" dirty="0"/>
              <a:t>System Design                         ██         ██</a:t>
            </a:r>
          </a:p>
          <a:p>
            <a:endParaRPr lang="en-IN" sz="800" dirty="0"/>
          </a:p>
          <a:p>
            <a:r>
              <a:rPr lang="en-IN" dirty="0"/>
              <a:t>Dataset &amp; Preprocessing                       ██</a:t>
            </a:r>
          </a:p>
          <a:p>
            <a:endParaRPr lang="en-IN" sz="800" dirty="0"/>
          </a:p>
          <a:p>
            <a:r>
              <a:rPr lang="en-IN" dirty="0"/>
              <a:t>NER Development                                               ██        </a:t>
            </a:r>
          </a:p>
          <a:p>
            <a:endParaRPr lang="en-IN" sz="800" dirty="0"/>
          </a:p>
          <a:p>
            <a:r>
              <a:rPr lang="en-IN" dirty="0"/>
              <a:t>Question Generation                                          ██        ██</a:t>
            </a:r>
          </a:p>
          <a:p>
            <a:endParaRPr lang="en-IN" sz="800" dirty="0"/>
          </a:p>
          <a:p>
            <a:r>
              <a:rPr lang="en-IN" dirty="0"/>
              <a:t>Sentiment &amp; Mood                                                           ██</a:t>
            </a:r>
          </a:p>
          <a:p>
            <a:endParaRPr lang="en-IN" sz="800" dirty="0"/>
          </a:p>
          <a:p>
            <a:r>
              <a:rPr lang="en-IN" dirty="0"/>
              <a:t>System Integration                                                                        ██</a:t>
            </a:r>
          </a:p>
          <a:p>
            <a:endParaRPr lang="en-IN" sz="800" dirty="0"/>
          </a:p>
          <a:p>
            <a:r>
              <a:rPr lang="en-IN" dirty="0"/>
              <a:t>Testing &amp; Evaluation                                                                     ██</a:t>
            </a:r>
          </a:p>
          <a:p>
            <a:endParaRPr lang="en-IN" sz="800" dirty="0"/>
          </a:p>
          <a:p>
            <a:r>
              <a:rPr lang="en-IN" dirty="0"/>
              <a:t>Deployment &amp; Documentation                                                               ██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5B7E9BB-FE08-54F3-1BEF-41047DCBF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5" y="2852719"/>
            <a:ext cx="3035408" cy="360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6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619004" y="443883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901228" y="1166842"/>
            <a:ext cx="83895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dirty="0">
                <a:cs typeface="Arial" panose="020B0604020202020204" pitchFamily="34" charset="0"/>
              </a:rPr>
              <a:t>Murthy, R., Bhattacharjee, P., </a:t>
            </a:r>
            <a:r>
              <a:rPr lang="en-US" dirty="0" err="1">
                <a:cs typeface="Arial" panose="020B0604020202020204" pitchFamily="34" charset="0"/>
              </a:rPr>
              <a:t>Sharnagat</a:t>
            </a:r>
            <a:r>
              <a:rPr lang="en-US" dirty="0">
                <a:cs typeface="Arial" panose="020B0604020202020204" pitchFamily="34" charset="0"/>
              </a:rPr>
              <a:t>, R., Khatri, J., Kanojia, D., &amp; Bhattacharyya, P. (2022). </a:t>
            </a:r>
            <a:r>
              <a:rPr lang="en-US" dirty="0" err="1">
                <a:cs typeface="Arial" panose="020B0604020202020204" pitchFamily="34" charset="0"/>
              </a:rPr>
              <a:t>HiNER</a:t>
            </a:r>
            <a:r>
              <a:rPr lang="en-US" dirty="0">
                <a:cs typeface="Arial" panose="020B0604020202020204" pitchFamily="34" charset="0"/>
              </a:rPr>
              <a:t>: A Large Hindi Named Entity Recognition Dataset. LREC 2022.</a:t>
            </a:r>
          </a:p>
          <a:p>
            <a:pPr marL="457200" indent="-457200">
              <a:buAutoNum type="arabicPeriod"/>
            </a:pPr>
            <a:r>
              <a:rPr lang="en-US" dirty="0" err="1">
                <a:cs typeface="Arial" panose="020B0604020202020204" pitchFamily="34" charset="0"/>
              </a:rPr>
              <a:t>Kakwani</a:t>
            </a:r>
            <a:r>
              <a:rPr lang="en-US" dirty="0">
                <a:cs typeface="Arial" panose="020B0604020202020204" pitchFamily="34" charset="0"/>
              </a:rPr>
              <a:t>, D., </a:t>
            </a:r>
            <a:r>
              <a:rPr lang="en-US" dirty="0" err="1">
                <a:cs typeface="Arial" panose="020B0604020202020204" pitchFamily="34" charset="0"/>
              </a:rPr>
              <a:t>Kunchukuttan</a:t>
            </a:r>
            <a:r>
              <a:rPr lang="en-US" dirty="0">
                <a:cs typeface="Arial" panose="020B0604020202020204" pitchFamily="34" charset="0"/>
              </a:rPr>
              <a:t>, A., Golla, S., et al. (2020). </a:t>
            </a:r>
            <a:r>
              <a:rPr lang="en-US" dirty="0" err="1">
                <a:cs typeface="Arial" panose="020B0604020202020204" pitchFamily="34" charset="0"/>
              </a:rPr>
              <a:t>IndicNLPSuite</a:t>
            </a:r>
            <a:r>
              <a:rPr lang="en-US" dirty="0">
                <a:cs typeface="Arial" panose="020B0604020202020204" pitchFamily="34" charset="0"/>
              </a:rPr>
              <a:t>: Monolingual Corpora, Evaluation Benchmarks and Pre-trained Multilingual Language Models for Indian Languages. EMNLP Findings 2020.</a:t>
            </a:r>
          </a:p>
          <a:p>
            <a:pPr marL="457200" indent="-457200">
              <a:buAutoNum type="arabicPeriod"/>
            </a:pPr>
            <a:r>
              <a:rPr lang="en-US" dirty="0">
                <a:cs typeface="Arial" panose="020B0604020202020204" pitchFamily="34" charset="0"/>
              </a:rPr>
              <a:t>Gala, J., Chitale, P. A., et al. (2023). IndicTrans2: Towards High-Quality and Accessible Machine Translation Models for all 22 Scheduled Indian Languages. arXiv:2305.16307.</a:t>
            </a:r>
          </a:p>
          <a:p>
            <a:pPr marL="457200" indent="-457200">
              <a:buAutoNum type="arabicPeriod"/>
            </a:pPr>
            <a:r>
              <a:rPr lang="en-US" dirty="0">
                <a:cs typeface="Arial" panose="020B0604020202020204" pitchFamily="34" charset="0"/>
              </a:rPr>
              <a:t>He, X. et al. (2023). </a:t>
            </a:r>
            <a:r>
              <a:rPr lang="en-US" dirty="0" err="1">
                <a:cs typeface="Arial" panose="020B0604020202020204" pitchFamily="34" charset="0"/>
              </a:rPr>
              <a:t>AnnoLLM</a:t>
            </a:r>
            <a:r>
              <a:rPr lang="en-US" dirty="0">
                <a:cs typeface="Arial" panose="020B0604020202020204" pitchFamily="34" charset="0"/>
              </a:rPr>
              <a:t>: Making Large Language Models to Be Better Crowdsourced Annotators. arXiv:2303.16854.</a:t>
            </a:r>
          </a:p>
          <a:p>
            <a:pPr marL="457200" indent="-457200">
              <a:buAutoNum type="arabicPeriod"/>
            </a:pPr>
            <a:r>
              <a:rPr lang="en-US" dirty="0">
                <a:cs typeface="Arial" panose="020B0604020202020204" pitchFamily="34" charset="0"/>
              </a:rPr>
              <a:t>Zhang, R. et al. (2023). </a:t>
            </a:r>
            <a:r>
              <a:rPr lang="en-US" dirty="0" err="1">
                <a:cs typeface="Arial" panose="020B0604020202020204" pitchFamily="34" charset="0"/>
              </a:rPr>
              <a:t>LLMaAA</a:t>
            </a:r>
            <a:r>
              <a:rPr lang="en-US" dirty="0">
                <a:cs typeface="Arial" panose="020B0604020202020204" pitchFamily="34" charset="0"/>
              </a:rPr>
              <a:t>: Making Large Language Models as Active Annotators. arXiv:2310.19596.</a:t>
            </a:r>
          </a:p>
          <a:p>
            <a:pPr marL="457200" indent="-457200">
              <a:buAutoNum type="arabicPeriod"/>
            </a:pPr>
            <a:r>
              <a:rPr lang="en-US" dirty="0">
                <a:cs typeface="Arial" panose="020B0604020202020204" pitchFamily="34" charset="0"/>
              </a:rPr>
              <a:t>(2024). Fine-tuning Pre-trained Named Entity Recognition Models For Indian Languages. NAACL Student Research Workshop 2024.</a:t>
            </a:r>
          </a:p>
          <a:p>
            <a:pPr marL="457200" indent="-457200">
              <a:buAutoNum type="arabicPeriod"/>
            </a:pPr>
            <a:r>
              <a:rPr lang="en-US" dirty="0">
                <a:cs typeface="Arial" panose="020B0604020202020204" pitchFamily="34" charset="0"/>
              </a:rPr>
              <a:t>(2024/2025). Recent Developments in Named Entity Recognition Techniques for Indian Languages: A Comprehensive Review. ScienceDirect.</a:t>
            </a:r>
          </a:p>
        </p:txBody>
      </p:sp>
    </p:spTree>
    <p:extLst>
      <p:ext uri="{BB962C8B-B14F-4D97-AF65-F5344CB8AC3E}">
        <p14:creationId xmlns:p14="http://schemas.microsoft.com/office/powerpoint/2010/main" val="1359081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12432</TotalTime>
  <Words>758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Aastha Jaiswal</cp:lastModifiedBy>
  <cp:revision>572</cp:revision>
  <dcterms:created xsi:type="dcterms:W3CDTF">2021-05-06T09:42:21Z</dcterms:created>
  <dcterms:modified xsi:type="dcterms:W3CDTF">2026-08-17T19:13:57Z</dcterms:modified>
</cp:coreProperties>
</file>