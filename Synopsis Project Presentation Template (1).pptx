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640" r:id="rId2"/>
    <p:sldId id="3694" r:id="rId3"/>
    <p:sldId id="3697" r:id="rId4"/>
    <p:sldId id="3700" r:id="rId5"/>
    <p:sldId id="3701" r:id="rId6"/>
    <p:sldId id="3702" r:id="rId7"/>
    <p:sldId id="3706" r:id="rId8"/>
    <p:sldId id="364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13" autoAdjust="0"/>
    <p:restoredTop sz="96327"/>
  </p:normalViewPr>
  <p:slideViewPr>
    <p:cSldViewPr snapToGrid="0" snapToObjects="1">
      <p:cViewPr varScale="1">
        <p:scale>
          <a:sx n="82" d="100"/>
          <a:sy n="82" d="100"/>
        </p:scale>
        <p:origin x="16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5EF86C0-A360-484B-B595-7CC69137B5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813" r="7454"/>
          <a:stretch/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895C2-828B-934B-8B58-BBC23AD3665A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017" y="143688"/>
            <a:ext cx="4564228" cy="14740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756262" y="1532487"/>
            <a:ext cx="670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Major/Minor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0999" y="2560320"/>
            <a:ext cx="9948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Title: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29" y="5003074"/>
            <a:ext cx="31742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Roll number  -Name</a:t>
            </a:r>
          </a:p>
          <a:p>
            <a:r>
              <a:rPr lang="en-IN" dirty="0"/>
              <a:t>Roll number  -Name</a:t>
            </a:r>
          </a:p>
          <a:p>
            <a:r>
              <a:rPr lang="en-IN" dirty="0"/>
              <a:t>Roll number  -Name</a:t>
            </a:r>
          </a:p>
          <a:p>
            <a:r>
              <a:rPr lang="en-IN" dirty="0"/>
              <a:t>Roll number  -Name</a:t>
            </a: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882743" y="5003074"/>
            <a:ext cx="27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Mentored By</a:t>
            </a:r>
          </a:p>
        </p:txBody>
      </p:sp>
    </p:spTree>
    <p:extLst>
      <p:ext uri="{BB962C8B-B14F-4D97-AF65-F5344CB8AC3E}">
        <p14:creationId xmlns:p14="http://schemas.microsoft.com/office/powerpoint/2010/main" val="162779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247350"/>
            <a:ext cx="465037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72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22500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966651" y="1286539"/>
            <a:ext cx="990100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rgbClr val="AE36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Concepts (Algorithms) used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of application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and input format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49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23448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123405" y="1374033"/>
            <a:ext cx="99010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Cite Related work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SWOT analysis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6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064470"/>
            <a:ext cx="990100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Objective</a:t>
            </a:r>
          </a:p>
          <a:p>
            <a:endParaRPr 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05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sz="3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1071154" y="1064470"/>
            <a:ext cx="990100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 Software model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</a:t>
            </a:r>
          </a:p>
          <a:p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Timeline</a:t>
            </a:r>
          </a:p>
          <a:p>
            <a:endParaRPr 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66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822959" y="1312664"/>
            <a:ext cx="990100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of cited papers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081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B91EF5-66BF-4A12-80C1-98869846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12295</TotalTime>
  <Words>74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Anish Kumar Vishwakarma</cp:lastModifiedBy>
  <cp:revision>572</cp:revision>
  <dcterms:created xsi:type="dcterms:W3CDTF">2021-05-06T09:42:21Z</dcterms:created>
  <dcterms:modified xsi:type="dcterms:W3CDTF">2026-01-28T06:58:01Z</dcterms:modified>
</cp:coreProperties>
</file>